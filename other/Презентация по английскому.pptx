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FE4A487-BD8C-4DCE-B154-50480977F0FA}">
          <p14:sldIdLst>
            <p14:sldId id="256"/>
            <p14:sldId id="258"/>
            <p14:sldId id="259"/>
            <p14:sldId id="260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53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54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8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61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83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75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9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72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50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1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572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1702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902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89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994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811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48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EB1E284-AEEF-4A6B-BC2C-558BDF739162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CC0AF-5521-475A-9A11-24C4F4A01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94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A28B8-042B-4471-9BFE-B0B6B4E91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Software engineering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CCB021-6861-4D96-B07F-5DDB37CB6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388" y="5531224"/>
            <a:ext cx="6801612" cy="860611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Completed by </a:t>
            </a:r>
            <a:r>
              <a:rPr lang="en-US" dirty="0" err="1">
                <a:solidFill>
                  <a:schemeClr val="tx1"/>
                </a:solidFill>
              </a:rPr>
              <a:t>Shpilko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Egor</a:t>
            </a:r>
            <a:endParaRPr lang="en-US" dirty="0">
              <a:solidFill>
                <a:schemeClr val="tx1"/>
              </a:solidFill>
            </a:endParaRPr>
          </a:p>
          <a:p>
            <a:pPr algn="r"/>
            <a:r>
              <a:rPr lang="en-US" dirty="0">
                <a:solidFill>
                  <a:schemeClr val="tx1"/>
                </a:solidFill>
              </a:rPr>
              <a:t>Group 151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40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CD68D6-5F30-46CF-9D2E-FBE5C5D9F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03" y="416689"/>
            <a:ext cx="6100197" cy="3158304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I'm studying software engineering at N.G.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Chernyshevsky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Saratov State University. This is a very interesting technical program for programming. Here, I'm studying the fundamentals of programming, mathematics, physics, and other subjects in depth to better understand my specialty.</a:t>
            </a:r>
          </a:p>
          <a:p>
            <a:endParaRPr lang="en-US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178395-A5B0-4267-8E57-E3272AA64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241" y="0"/>
            <a:ext cx="5016759" cy="32193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C8D545-D4A3-4576-B129-6B30FC4E9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2709"/>
            <a:ext cx="5504329" cy="3035291"/>
          </a:xfrm>
          <a:prstGeom prst="rect">
            <a:avLst/>
          </a:prstGeom>
        </p:spPr>
      </p:pic>
      <p:graphicFrame>
        <p:nvGraphicFramePr>
          <p:cNvPr id="17" name="Таблица 17">
            <a:extLst>
              <a:ext uri="{FF2B5EF4-FFF2-40B4-BE49-F238E27FC236}">
                <a16:creationId xmlns:a16="http://schemas.microsoft.com/office/drawing/2014/main" id="{B4022502-0328-4C0F-8968-8314F5B0A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075677"/>
              </p:ext>
            </p:extLst>
          </p:nvPr>
        </p:nvGraphicFramePr>
        <p:xfrm>
          <a:off x="6466114" y="3638646"/>
          <a:ext cx="5309119" cy="2948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9119">
                  <a:extLst>
                    <a:ext uri="{9D8B030D-6E8A-4147-A177-3AD203B41FA5}">
                      <a16:colId xmlns:a16="http://schemas.microsoft.com/office/drawing/2014/main" val="3565600200"/>
                    </a:ext>
                  </a:extLst>
                </a:gridCol>
              </a:tblGrid>
              <a:tr h="294876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Studying in this specialty requires certain learning skills. It's necessary to quickly absorb a large amount of information and be able to apply it correctly. This is one of the key characteristics of this field.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33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1AEE5A7-EE09-430C-850A-D51E43140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688" y="541361"/>
            <a:ext cx="10550623" cy="85823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pros and cons to studying in this field.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64391807-553A-45FB-B5A8-4684854D1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96868"/>
              </p:ext>
            </p:extLst>
          </p:nvPr>
        </p:nvGraphicFramePr>
        <p:xfrm>
          <a:off x="410547" y="1250302"/>
          <a:ext cx="11392678" cy="5003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6339">
                  <a:extLst>
                    <a:ext uri="{9D8B030D-6E8A-4147-A177-3AD203B41FA5}">
                      <a16:colId xmlns:a16="http://schemas.microsoft.com/office/drawing/2014/main" val="3261362127"/>
                    </a:ext>
                  </a:extLst>
                </a:gridCol>
                <a:gridCol w="5696339">
                  <a:extLst>
                    <a:ext uri="{9D8B030D-6E8A-4147-A177-3AD203B41FA5}">
                      <a16:colId xmlns:a16="http://schemas.microsoft.com/office/drawing/2014/main" val="164016227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29787"/>
                  </a:ext>
                </a:extLst>
              </a:tr>
              <a:tr h="432402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b="1" dirty="0">
                          <a:effectLst/>
                        </a:rPr>
                        <a:t>The fundamental base. </a:t>
                      </a:r>
                      <a:r>
                        <a:rPr lang="en-US" b="0" dirty="0">
                          <a:effectLst/>
                        </a:rPr>
                        <a:t>You will learn the basics of programming and an in-depth understanding of mathematics.</a:t>
                      </a:r>
                      <a:endParaRPr lang="ru-RU" b="0" dirty="0">
                        <a:effectLst/>
                      </a:endParaRPr>
                    </a:p>
                    <a:p>
                      <a:pPr marL="342900" indent="-342900">
                        <a:buAutoNum type="arabicPeriod"/>
                      </a:pPr>
                      <a:endParaRPr lang="ru-RU" b="0" dirty="0">
                        <a:effectLst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en-US" b="1" dirty="0"/>
                        <a:t>Intellectual development</a:t>
                      </a:r>
                      <a:r>
                        <a:rPr lang="en-US" dirty="0"/>
                        <a:t>. The complexity of this area greatly enhances mental activity and thinking</a:t>
                      </a:r>
                      <a:r>
                        <a:rPr lang="ru-RU" dirty="0"/>
                        <a:t>.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b="1" dirty="0"/>
                        <a:t>Socialization.</a:t>
                      </a:r>
                      <a:r>
                        <a:rPr lang="en-US" dirty="0"/>
                        <a:t> This direction is based on communication with other people and teamwork.</a:t>
                      </a: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b="1" dirty="0"/>
                        <a:t>A successful career. </a:t>
                      </a:r>
                      <a:r>
                        <a:rPr lang="en-US" dirty="0"/>
                        <a:t>With diligent training, you can get a job in a good company and make yourself a successful courier.</a:t>
                      </a: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b="1" dirty="0"/>
                        <a:t>Complexity.</a:t>
                      </a:r>
                      <a:r>
                        <a:rPr lang="en-US" dirty="0"/>
                        <a:t> Training is considered one of the most difficult and not everyone can handle such a load.</a:t>
                      </a: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b="1" dirty="0"/>
                        <a:t>Time.</a:t>
                      </a:r>
                      <a:r>
                        <a:rPr lang="en-US" dirty="0"/>
                        <a:t> When studying at the university, you will spend a lot of time on lectures and practices. Therefore, less free time.</a:t>
                      </a: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b="1" dirty="0"/>
                        <a:t>Difficulty in finding a job. </a:t>
                      </a:r>
                      <a:r>
                        <a:rPr lang="en-US" dirty="0"/>
                        <a:t>Since this area is very popular, the number of vacancies on the market is limited, which makes it difficult to find a job immediately after graduation.</a:t>
                      </a: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  <a:p>
                      <a:pPr marL="342900" indent="-342900">
                        <a:buAutoNum type="arabicPeriod"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25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71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7189A14C-736C-4D7B-9168-1AEFA4DC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825" y="2472613"/>
            <a:ext cx="9404350" cy="1311437"/>
          </a:xfrm>
        </p:spPr>
        <p:txBody>
          <a:bodyPr/>
          <a:lstStyle/>
          <a:p>
            <a:pPr algn="ctr"/>
            <a:r>
              <a:rPr lang="en-US" b="1" dirty="0"/>
              <a:t>Thanks for your attention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60855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262</Words>
  <Application>Microsoft Office PowerPoint</Application>
  <PresentationFormat>Широкоэкранный</PresentationFormat>
  <Paragraphs>23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Ион</vt:lpstr>
      <vt:lpstr>Software engineering</vt:lpstr>
      <vt:lpstr>Презентация PowerPoint</vt:lpstr>
      <vt:lpstr>Презентация PowerPoint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User</dc:creator>
  <cp:lastModifiedBy>User</cp:lastModifiedBy>
  <cp:revision>7</cp:revision>
  <dcterms:created xsi:type="dcterms:W3CDTF">2026-05-12T17:15:52Z</dcterms:created>
  <dcterms:modified xsi:type="dcterms:W3CDTF">2026-05-12T18:18:23Z</dcterms:modified>
</cp:coreProperties>
</file>